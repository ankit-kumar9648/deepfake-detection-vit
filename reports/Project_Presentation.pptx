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DEEPFAKE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6FE6"/>
                </a:solidFill>
              </a:rPr>
              <a:t>using Vision Transformer (ViT-B/16)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DD6"/>
                </a:solidFill>
              </a:rPr>
              <a:t>MCA Major Project  |  Transfer Learning for Real vs. Fake Image Classification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</a:rPr>
              <a:t>[Student Name]   ·   [Institute Name]   ·   [Month,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684"/>
                </a:solidFill>
              </a:rPr>
              <a:t>Generative models (GANs, diffusion, autoencoder face-swapping) can now produce highly convincing fake facial imagery, enabling misinformation, fraud and reputational harm.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</a:rPr>
              <a:t>Scale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Manual review cannot keep pace with the volume of synthetic media generated daily.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5603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</a:rPr>
              <a:t>Generalisation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CNN-only detectors often overfit to artefacts of a specific manipulation method.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5603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FB8"/>
                </a:solidFill>
              </a:rPr>
              <a:t>Trust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33756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Detections need to be explainable, not just a black-box score.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Fine-tune a pretrained ViT-B/16 for Real vs. Fake classification via transfer learning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Build a modular, reproducible, fully-configurable training &amp; evaluation pipeline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Perform thorough EDA and apply targeted data augmentation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Evaluate using accuracy, precision, recall, F1 and ROC-AUC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Provide explainability via Grad-CAM and attention rollout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</a:rPr>
              <a:t>Deploy an interactive Streamlit web 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</a:rPr>
              <a:t>Standard binary ImageFolder layout — compatible with FaceForensics++, Celeb-DF, DFDC, 140k Real &amp; Fake Faces, etc.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0F17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
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train/{real, fake}
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validation/{real, fake}
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test/{real, fake}
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split: 70% train / 15% validation / 15% test, class-balanced.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FB8"/>
                </a:solidFill>
              </a:rPr>
              <a:t>Image 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224 x 224 (resized)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9718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FB8"/>
                </a:solidFill>
              </a:rPr>
              <a:t>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0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Real, Fake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840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FB8"/>
                </a:solidFill>
              </a:rPr>
              <a:t>Normalisation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Backbone-matched mean/std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709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FB8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0" y="4709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Flip, rotate, crop, jitter, erasing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000" dirty="0"/>
          </a:p>
        </p:txBody>
      </p:sp>
      <p:pic>
        <p:nvPicPr>
          <p:cNvPr id="3" name="Image 0" descr="/home/claude/Deepfake-Detection-ViT/reports/asse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4233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3000" dirty="0"/>
          </a:p>
        </p:txBody>
      </p:sp>
      <p:pic>
        <p:nvPicPr>
          <p:cNvPr id="3" name="Image 0" descr="/home/claude/Deepfake-Detection-ViT/reports/assets/methodology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234440"/>
            <a:ext cx="32918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737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Data collection &amp; organisation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EDA &amp; preprocessing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Augmentation pipeline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Transfer-learning fine-tuning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Evaluation &amp; explainability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Streamlit deployment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B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Backbone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ViT-B/16, pretrained (ImageNet-21k), backbone frozen initially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Optimizer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AdamW, discriminative LR (head vs. backbone)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Loss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Cross-Entropy with label smoothing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Scheduler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Cosine Annealing LR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Automatic Mixed Precision (AMP) when CUDA available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Regularisation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Early stopping (patience-based) + best-checkpoint saving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727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Accuracy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Overall proportion of correct predictions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7276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Precision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Trustworthiness of a 'real' prediction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Recall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Coverage of actually-real images correctly found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175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1272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F1 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Harmonic mean of precision and recall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6817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ROC-AUC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Discrimination ability across all thresholds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5720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6817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FB8"/>
                </a:solidFill>
              </a:rPr>
              <a:t>Confusion Matrix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50749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</a:rPr>
              <a:t>Full breakdown of TP / FP / TN / FN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FB8"/>
                </a:solidFill>
              </a:rPr>
              <a:t>Grad-CAM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Gradients of the predicted class w.r.t. the last encoder block's patch-token activations are reshaped into a 14x14 heatmap and upsampled onto the original image.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FB8"/>
                </a:solidFill>
              </a:rPr>
              <a:t>Attention Rollout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Multiplies [CLS]-token attention weights across every encoder layer to reveal which image patches most influenced the model's final decision.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607040" cy="182880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6634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430"/>
                </a:solidFill>
              </a:rPr>
              <a:t>Both overlays render live inside the Streamlit app for every uploaded image, so users can see exactly why a prediction was made.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B2430"/>
                </a:solidFill>
              </a:rPr>
              <a:t>Drag-and-drop image / video upload with preview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B2430"/>
                </a:solidFill>
              </a:rPr>
              <a:t>Real / Fake prediction with confidence score &amp; probability chart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B2430"/>
                </a:solidFill>
              </a:rPr>
              <a:t>Grad-CAM and attention-rollout heatmap overlays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B2430"/>
                </a:solidFill>
              </a:rPr>
              <a:t>Loading spinners and graceful error handling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1B2430"/>
                </a:solidFill>
              </a:rPr>
              <a:t>Optional frame-wise video analysis with overall verdict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4"/>
                </a:solidFill>
              </a:rPr>
              <a:t>This project ships complete, runnable code without a bundled dataset. Populate the figures below with your own outputs/test_metrics.json after running train.py and test.py.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286000"/>
          <a:ext cx="6858000" cy="329184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[fill after training]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[fill after training]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[fill after training]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F1 Score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[fill after training]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ROC-AUC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</a:rPr>
                        <a:t>[fill after training]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Native video deepfake detection (Video ViT / 3D-CNN)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72200" y="15544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6446520" y="17373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Robustness evaluation against compression &amp; adversarial noise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Ensembling ViT with CNN backbones (e.g., EfficientNet)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32004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Automatic face detection &amp; alignment for in-the-wild inference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634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REST API deployment (FastAPI) alongside the Streamlit demo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44805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46634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Active learning to continuously retrain on hard examples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Deepfake Detection using Vision Transformer (ViT)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6FE6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</a:rPr>
              <a:t>Deepfake Detection using Vision Transformer (ViT-B/16)  ·  MCA Major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2026-07-20T04:52:20Z</dcterms:created>
  <dcterms:modified xsi:type="dcterms:W3CDTF">2026-07-20T04:52:20Z</dcterms:modified>
</cp:coreProperties>
</file>